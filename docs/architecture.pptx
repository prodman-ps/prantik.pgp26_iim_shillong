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221" y="205740"/>
            <a:ext cx="8701252" cy="64465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IBD Digital Twin — System Architecture Diagram</dc:title>
  <dc:subject/>
  <dc:creator>Team prantik.pgp26 — IIM Shillong (Prantik Sarkar &amp; Swapnil Ghatak)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